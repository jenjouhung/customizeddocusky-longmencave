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39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9"/>
    <p:restoredTop sz="94729"/>
  </p:normalViewPr>
  <p:slideViewPr>
    <p:cSldViewPr snapToGrid="0">
      <p:cViewPr varScale="1">
        <p:scale>
          <a:sx n="107" d="100"/>
          <a:sy n="107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AABFE9-3BC6-B1C4-6C53-03ACF48097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DE2C8FD-CC47-8F37-73AA-F7395640E1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C224D6-79A4-C820-8392-215D685D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FB85DA-ECF7-665F-CBDD-1E6B814E4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D14843-F3CC-769B-9064-4C39AEE3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98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3C70A1-44BA-17B1-8747-B4305599D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B3CDE1-D67E-25F3-83EE-9656B1ED2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9150BF-D0A0-ACC6-35E2-7A4F20833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27ABC9D-B0E7-2D8F-406E-AF433634F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8B02B9-A366-82DB-B90B-86E2E5531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837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D12AB5-6563-B478-EECB-20F3C89F3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59E782-0ABC-C3D3-DEBC-2B89BCA4C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26F99F-EF53-A012-3C8A-B27FFD01A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64D8B7F-415F-CD5D-B67A-A95131292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C9797C-CD22-1F71-639D-26B62642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87110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7307AD-1C3B-6999-B960-9058B558C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5500F2-8937-902E-26EF-A723662EB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EB7EADA-3FCC-35EA-356A-26D57FF1F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C3190EC-2C63-4CA7-A9B4-2833906B7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7B69AA8-67C9-82E0-D039-BEEAD14B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107B03C-ACAF-1781-0F57-501D978EB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7991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C47EF8-6D89-B48C-15E7-5566EEC14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6991DC-6B1B-7EB0-7140-5214E4AA1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D38D7-3FF4-4A80-6778-E6682A65C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B31AEA60-8A59-00B4-0CCA-29AF4B4B71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EE31E3A-DA0B-170B-7D9D-789A89BA8C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5A3563D-36F3-E6CB-ABA1-BD9BB615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BE0C3E1-ECBD-AA62-7D55-38A4059E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108A212-2FEF-3D91-022B-3C3728A88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6685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1DD773-7436-1BA1-E9B1-F95CE673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0EBEE1A-01DB-17B2-A3BF-67C65D606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CF3F5-00DA-5448-3B58-71017FE86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8956ACE-3500-8806-A778-90E7B5A2E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716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394DBA8-3969-42B5-86E9-ACC7C30E5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5D647D2-279D-4301-4FCA-6651BE540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A9E9479-4370-9EB1-D656-B5B209A5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96329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A6C68A-AA04-6223-19D0-A03AEA877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32AA73-E186-6494-5979-DF440E456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DB8070F-9CE8-7379-C7C8-2215CF1AF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30824E6-D3B7-6725-1BE3-598DDB410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B3FF9D-2AB9-172D-7186-83F34747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66B4FB-1A39-BAC4-DAA8-2B3CB16F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22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A04234-A769-B5EB-E407-64931FA16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EC54539-FF2B-68CE-B533-0E2A64857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4CF64C-2489-8C5E-A712-2E9D2E5C9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61FB54-7688-7389-9600-18403CBE9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55C937A-3659-94E5-AEB5-294E7318C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D8F1305-A147-A8F7-3C3A-5C5418DE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03750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89AFB-7E85-B12A-B3C2-7183D6DB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A606D2-15EA-A5F1-8191-15CDFED8F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526276-7858-B301-8C54-7E0A6FEC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295E12-890C-8CEE-11C8-AADE6817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FB47A8-2FF3-09B2-F36F-17BD52299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595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96B5998-4CFF-1C72-3C31-6739F3D1D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C1D82DE-8527-58C3-A14B-9AF1BF23C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2305FA-3C8D-FDFB-BEA3-D2D572940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1AD497B-5FBE-FB60-3458-4E2B57C9D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4446F36-E5F8-A12D-5BC9-380DC7CCD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4319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36D3E01-46AF-5E0B-420C-3F4E52059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4B7816F-1673-757E-47A6-B63ABA019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C4979C-6F1F-F81A-6094-1E246B1A4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32830-54D8-8F44-8C00-003EFE5E7782}" type="datetimeFigureOut">
              <a:rPr kumimoji="1" lang="zh-TW" altLang="en-US" smtClean="0"/>
              <a:t>2026/9/15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072B2C5-B393-79DA-14E1-C400AE64F7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7604EC-69AF-AFAE-83AC-AEAB6CAED2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7C5B2B-F280-2240-9F87-ABFA1F421F9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14803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4FCF800-7AAB-05EB-5C0B-3D41AA7C30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3400"/>
          <a:stretch>
            <a:fillRect/>
          </a:stretch>
        </p:blipFill>
        <p:spPr>
          <a:xfrm>
            <a:off x="0" y="0"/>
            <a:ext cx="12210366" cy="98565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AEB96F6-50AB-B7CB-6042-284CF9D48F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914"/>
          <a:stretch>
            <a:fillRect/>
          </a:stretch>
        </p:blipFill>
        <p:spPr>
          <a:xfrm>
            <a:off x="7655110" y="1258898"/>
            <a:ext cx="3736253" cy="68959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B3CFF03-9D10-D84F-5AEC-DD74C5E961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9838" y="2057771"/>
            <a:ext cx="5054600" cy="57150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8D0AA052-B9C3-F0C7-46CF-5BAC72BFA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065" y="1920392"/>
            <a:ext cx="1054100" cy="7493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6606011A-D92D-EA7C-EFA1-AA46FA9E9F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398" t="27630" r="51310" b="58025"/>
          <a:stretch>
            <a:fillRect/>
          </a:stretch>
        </p:blipFill>
        <p:spPr>
          <a:xfrm>
            <a:off x="537545" y="1458745"/>
            <a:ext cx="795646" cy="39185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78ADBCBF-179E-FD7E-558C-FB58D4597D7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860"/>
          <a:stretch>
            <a:fillRect/>
          </a:stretch>
        </p:blipFill>
        <p:spPr>
          <a:xfrm>
            <a:off x="374446" y="3356844"/>
            <a:ext cx="2541238" cy="350115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D33A7267-C8B8-C800-A6FE-478E2EDB75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675" b="32896"/>
          <a:stretch>
            <a:fillRect/>
          </a:stretch>
        </p:blipFill>
        <p:spPr>
          <a:xfrm>
            <a:off x="1494971" y="1458745"/>
            <a:ext cx="5998359" cy="405685"/>
          </a:xfrm>
          <a:prstGeom prst="rect">
            <a:avLst/>
          </a:prstGeom>
        </p:spPr>
      </p:pic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ABAA8E4B-A58F-C427-F060-2C8AEEBD7F1F}"/>
              </a:ext>
            </a:extLst>
          </p:cNvPr>
          <p:cNvCxnSpPr/>
          <p:nvPr/>
        </p:nvCxnSpPr>
        <p:spPr>
          <a:xfrm>
            <a:off x="534390" y="2785343"/>
            <a:ext cx="108065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圖片 17">
            <a:extLst>
              <a:ext uri="{FF2B5EF4-FFF2-40B4-BE49-F238E27FC236}">
                <a16:creationId xmlns:a16="http://schemas.microsoft.com/office/drawing/2014/main" id="{59B1E00F-544C-846A-5F08-5DDD14F18D2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35228" b="11496"/>
          <a:stretch>
            <a:fillRect/>
          </a:stretch>
        </p:blipFill>
        <p:spPr>
          <a:xfrm>
            <a:off x="3197100" y="4333959"/>
            <a:ext cx="7772400" cy="2310662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F57BA921-932A-715D-745A-AFC1EF2FBD69}"/>
              </a:ext>
            </a:extLst>
          </p:cNvPr>
          <p:cNvSpPr txBox="1"/>
          <p:nvPr/>
        </p:nvSpPr>
        <p:spPr>
          <a:xfrm>
            <a:off x="374446" y="2956956"/>
            <a:ext cx="112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後分類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CC34C0B-D1F3-FC35-8335-9D8F60F82F36}"/>
              </a:ext>
            </a:extLst>
          </p:cNvPr>
          <p:cNvSpPr/>
          <p:nvPr/>
        </p:nvSpPr>
        <p:spPr>
          <a:xfrm>
            <a:off x="1748827" y="1520338"/>
            <a:ext cx="1018123" cy="3302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TW" altLang="en-US" b="1" dirty="0">
                <a:solidFill>
                  <a:schemeClr val="tx1"/>
                </a:solidFill>
              </a:rPr>
              <a:t>眾生</a:t>
            </a:r>
          </a:p>
        </p:txBody>
      </p:sp>
    </p:spTree>
    <p:extLst>
      <p:ext uri="{BB962C8B-B14F-4D97-AF65-F5344CB8AC3E}">
        <p14:creationId xmlns:p14="http://schemas.microsoft.com/office/powerpoint/2010/main" val="38934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27768-C88A-781C-7A22-A89D39BB7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F0C692BF-C94D-BE1F-3D86-725D75912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872"/>
            <a:ext cx="12192000" cy="657640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2101BB67-BA0C-B8D4-8EC5-029CA9C72240}"/>
              </a:ext>
            </a:extLst>
          </p:cNvPr>
          <p:cNvSpPr/>
          <p:nvPr/>
        </p:nvSpPr>
        <p:spPr>
          <a:xfrm>
            <a:off x="380010" y="2826327"/>
            <a:ext cx="2719450" cy="403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6FA843D-120A-C36F-BEA6-DF7AFE4AE0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64"/>
          <a:stretch>
            <a:fillRect/>
          </a:stretch>
        </p:blipFill>
        <p:spPr>
          <a:xfrm>
            <a:off x="380010" y="2759554"/>
            <a:ext cx="2268187" cy="38168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54F2A2F-A670-AAA9-2052-DC249D887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49" y="3429000"/>
            <a:ext cx="1855190" cy="39001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515F04F-3634-F908-C78A-B1577462D521}"/>
              </a:ext>
            </a:extLst>
          </p:cNvPr>
          <p:cNvSpPr/>
          <p:nvPr/>
        </p:nvSpPr>
        <p:spPr>
          <a:xfrm>
            <a:off x="3384467" y="2826327"/>
            <a:ext cx="8585860" cy="403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F75CD7F-8483-C86C-80DF-EDD023266E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16"/>
          <a:stretch>
            <a:fillRect/>
          </a:stretch>
        </p:blipFill>
        <p:spPr>
          <a:xfrm>
            <a:off x="3165432" y="3252806"/>
            <a:ext cx="7772400" cy="349530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1AFE8FB2-BD38-AF1E-0487-2659D13C21D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592"/>
          <a:stretch>
            <a:fillRect/>
          </a:stretch>
        </p:blipFill>
        <p:spPr>
          <a:xfrm>
            <a:off x="4976665" y="2759554"/>
            <a:ext cx="4404923" cy="46627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442EA987-B4BD-E4B3-6D8D-B51838DE4AE9}"/>
              </a:ext>
            </a:extLst>
          </p:cNvPr>
          <p:cNvSpPr/>
          <p:nvPr/>
        </p:nvSpPr>
        <p:spPr>
          <a:xfrm>
            <a:off x="380010" y="2254332"/>
            <a:ext cx="2470068" cy="334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C45C57AB-DE73-8480-ADA4-1E9E2E7C12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848" y="2225700"/>
            <a:ext cx="5711701" cy="47597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2D68BC38-EBE2-A18F-B934-B58F87BA579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5897" y="2849696"/>
            <a:ext cx="445761" cy="29717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7B2B7D2E-136E-7E7F-D1C7-48E5318B6A0B}"/>
              </a:ext>
            </a:extLst>
          </p:cNvPr>
          <p:cNvSpPr txBox="1"/>
          <p:nvPr/>
        </p:nvSpPr>
        <p:spPr>
          <a:xfrm>
            <a:off x="3165432" y="2806342"/>
            <a:ext cx="116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Yuanti TC" panose="02010600040101010101" pitchFamily="2" charset="-120"/>
                <a:ea typeface="Yuanti TC" panose="02010600040101010101" pitchFamily="2" charset="-120"/>
              </a:rPr>
              <a:t>查詢結果：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653D05-4DE8-B0AD-EB8B-F996C63CB1C3}"/>
              </a:ext>
            </a:extLst>
          </p:cNvPr>
          <p:cNvSpPr/>
          <p:nvPr/>
        </p:nvSpPr>
        <p:spPr>
          <a:xfrm>
            <a:off x="3569478" y="501538"/>
            <a:ext cx="7314295" cy="629392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0CE0AB2-98EE-ABD2-E822-F81926298870}"/>
              </a:ext>
            </a:extLst>
          </p:cNvPr>
          <p:cNvSpPr/>
          <p:nvPr/>
        </p:nvSpPr>
        <p:spPr>
          <a:xfrm>
            <a:off x="10976099" y="738941"/>
            <a:ext cx="827974" cy="320836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zh-TW" altLang="en-US" sz="1400" dirty="0">
                <a:latin typeface="Yuanti TC" panose="02010600040101010101" pitchFamily="2" charset="-120"/>
                <a:ea typeface="Yuanti TC" panose="02010600040101010101" pitchFamily="2" charset="-120"/>
              </a:rPr>
              <a:t>系統管理</a:t>
            </a:r>
          </a:p>
        </p:txBody>
      </p:sp>
    </p:spTree>
    <p:extLst>
      <p:ext uri="{BB962C8B-B14F-4D97-AF65-F5344CB8AC3E}">
        <p14:creationId xmlns:p14="http://schemas.microsoft.com/office/powerpoint/2010/main" val="138752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DC935CA8-4C82-B773-3032-D12EE87C2B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872"/>
            <a:ext cx="12192000" cy="657640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86CCF7-6315-8C8D-2A9C-134BE2D0D44B}"/>
              </a:ext>
            </a:extLst>
          </p:cNvPr>
          <p:cNvSpPr/>
          <p:nvPr/>
        </p:nvSpPr>
        <p:spPr>
          <a:xfrm>
            <a:off x="380010" y="2826327"/>
            <a:ext cx="2719450" cy="403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797876-EFBE-9E7E-1567-3A4F5FA915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64"/>
          <a:stretch>
            <a:fillRect/>
          </a:stretch>
        </p:blipFill>
        <p:spPr>
          <a:xfrm>
            <a:off x="380010" y="2759554"/>
            <a:ext cx="2268187" cy="38168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4A2446B-7232-0D0E-A3C9-60319FF361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49" y="3429000"/>
            <a:ext cx="1855190" cy="39001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C5719E5-0233-6AC7-C8B5-061A79F3C151}"/>
              </a:ext>
            </a:extLst>
          </p:cNvPr>
          <p:cNvSpPr/>
          <p:nvPr/>
        </p:nvSpPr>
        <p:spPr>
          <a:xfrm>
            <a:off x="3384467" y="2826327"/>
            <a:ext cx="8597736" cy="403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BF0D8462-A1DE-68D4-A580-0195906D7C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16"/>
          <a:stretch>
            <a:fillRect/>
          </a:stretch>
        </p:blipFill>
        <p:spPr>
          <a:xfrm>
            <a:off x="3203699" y="3238000"/>
            <a:ext cx="7772400" cy="349530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B0069A6-8830-1E3A-4D0B-EB4FE1E0025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592"/>
          <a:stretch>
            <a:fillRect/>
          </a:stretch>
        </p:blipFill>
        <p:spPr>
          <a:xfrm>
            <a:off x="4976665" y="2759554"/>
            <a:ext cx="4404923" cy="46627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886E9D9-835A-7A95-085D-1B085E9043D0}"/>
              </a:ext>
            </a:extLst>
          </p:cNvPr>
          <p:cNvSpPr/>
          <p:nvPr/>
        </p:nvSpPr>
        <p:spPr>
          <a:xfrm>
            <a:off x="380010" y="2254332"/>
            <a:ext cx="2470068" cy="334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144604ED-51FE-5EE8-8E40-12C2EF5AC7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848" y="2225700"/>
            <a:ext cx="5711701" cy="47597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6D94130D-AA35-D28C-90F0-7217D16727A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5897" y="2849696"/>
            <a:ext cx="445761" cy="29717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6ECA6B-C478-0CC2-A519-8FB36DFED4D4}"/>
              </a:ext>
            </a:extLst>
          </p:cNvPr>
          <p:cNvSpPr txBox="1"/>
          <p:nvPr/>
        </p:nvSpPr>
        <p:spPr>
          <a:xfrm>
            <a:off x="3165432" y="2806342"/>
            <a:ext cx="116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Yuanti TC" panose="02010600040101010101" pitchFamily="2" charset="-120"/>
                <a:ea typeface="Yuanti TC" panose="02010600040101010101" pitchFamily="2" charset="-120"/>
              </a:rPr>
              <a:t>查詢結果：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4A1F44-C1EB-4827-06AB-954708059895}"/>
              </a:ext>
            </a:extLst>
          </p:cNvPr>
          <p:cNvSpPr/>
          <p:nvPr/>
        </p:nvSpPr>
        <p:spPr>
          <a:xfrm>
            <a:off x="3569478" y="501538"/>
            <a:ext cx="7314295" cy="629392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C6B53C-A645-0AD0-5DBF-9FECCFA0C195}"/>
              </a:ext>
            </a:extLst>
          </p:cNvPr>
          <p:cNvSpPr/>
          <p:nvPr/>
        </p:nvSpPr>
        <p:spPr>
          <a:xfrm>
            <a:off x="10976099" y="738941"/>
            <a:ext cx="827974" cy="320836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zh-TW" altLang="en-US" sz="1400" dirty="0">
                <a:latin typeface="Yuanti TC" panose="02010600040101010101" pitchFamily="2" charset="-120"/>
                <a:ea typeface="Yuanti TC" panose="02010600040101010101" pitchFamily="2" charset="-120"/>
              </a:rPr>
              <a:t>系統管理</a:t>
            </a:r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F946BFD1-1971-5EAC-B1E8-2104251BC2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071" y="3761285"/>
            <a:ext cx="1399341" cy="1119473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CE27AB4A-51A2-CF1B-EE94-94295715976D}"/>
              </a:ext>
            </a:extLst>
          </p:cNvPr>
          <p:cNvSpPr/>
          <p:nvPr/>
        </p:nvSpPr>
        <p:spPr>
          <a:xfrm>
            <a:off x="6046416" y="1184429"/>
            <a:ext cx="5757657" cy="629392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5FBBA096-0E57-D61A-6284-C5A2101ADBB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46416" y="1173851"/>
            <a:ext cx="5757657" cy="56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407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0D27-9521-A932-37F8-39E0A6653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05C3B2A-247B-6343-7066-BBB50C12B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1872"/>
            <a:ext cx="12192000" cy="657640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C8A35EA-277F-3D6E-D499-36D86F512557}"/>
              </a:ext>
            </a:extLst>
          </p:cNvPr>
          <p:cNvSpPr/>
          <p:nvPr/>
        </p:nvSpPr>
        <p:spPr>
          <a:xfrm>
            <a:off x="380010" y="2826327"/>
            <a:ext cx="2719450" cy="403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A06B704-788A-1C6D-5434-BB40542ACC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364"/>
          <a:stretch>
            <a:fillRect/>
          </a:stretch>
        </p:blipFill>
        <p:spPr>
          <a:xfrm>
            <a:off x="380010" y="2759554"/>
            <a:ext cx="2268187" cy="381684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9D094FF2-058A-4F93-144B-E45338355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49" y="3429000"/>
            <a:ext cx="1855190" cy="39001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FF8F62E-D3E1-64ED-E720-101BCA1F2134}"/>
              </a:ext>
            </a:extLst>
          </p:cNvPr>
          <p:cNvSpPr/>
          <p:nvPr/>
        </p:nvSpPr>
        <p:spPr>
          <a:xfrm>
            <a:off x="3384467" y="2826327"/>
            <a:ext cx="8692738" cy="4031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D605098-FA87-1F60-EE23-7C3DEC16343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916"/>
          <a:stretch>
            <a:fillRect/>
          </a:stretch>
        </p:blipFill>
        <p:spPr>
          <a:xfrm>
            <a:off x="3203699" y="3245810"/>
            <a:ext cx="7772400" cy="3495309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0FC4822C-0D90-2ECB-9262-072C58280A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5592"/>
          <a:stretch>
            <a:fillRect/>
          </a:stretch>
        </p:blipFill>
        <p:spPr>
          <a:xfrm>
            <a:off x="4976665" y="2759554"/>
            <a:ext cx="4404923" cy="466271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21B5D7EB-3E8F-26AF-7743-6FDD5B735060}"/>
              </a:ext>
            </a:extLst>
          </p:cNvPr>
          <p:cNvSpPr/>
          <p:nvPr/>
        </p:nvSpPr>
        <p:spPr>
          <a:xfrm>
            <a:off x="380010" y="2254332"/>
            <a:ext cx="2470068" cy="334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42B2B734-188A-BB7E-7720-A693183304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848" y="2225700"/>
            <a:ext cx="5711701" cy="47597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E8040C9B-D05E-BE60-D74C-D3AFB75EB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5897" y="2849696"/>
            <a:ext cx="445761" cy="297174"/>
          </a:xfrm>
          <a:prstGeom prst="rect">
            <a:avLst/>
          </a:prstGeom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E1AAE8B4-73AF-9EB7-6D6B-5E35A78304CF}"/>
              </a:ext>
            </a:extLst>
          </p:cNvPr>
          <p:cNvSpPr txBox="1"/>
          <p:nvPr/>
        </p:nvSpPr>
        <p:spPr>
          <a:xfrm>
            <a:off x="3165432" y="2806342"/>
            <a:ext cx="11699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latin typeface="Yuanti TC" panose="02010600040101010101" pitchFamily="2" charset="-120"/>
                <a:ea typeface="Yuanti TC" panose="02010600040101010101" pitchFamily="2" charset="-120"/>
              </a:rPr>
              <a:t>查詢結果：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BF7ED5F-E93E-82B0-EB11-16855F108838}"/>
              </a:ext>
            </a:extLst>
          </p:cNvPr>
          <p:cNvSpPr/>
          <p:nvPr/>
        </p:nvSpPr>
        <p:spPr>
          <a:xfrm>
            <a:off x="3569478" y="501538"/>
            <a:ext cx="7314295" cy="629392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39881C-427E-FE42-7549-23C8866C389B}"/>
              </a:ext>
            </a:extLst>
          </p:cNvPr>
          <p:cNvSpPr/>
          <p:nvPr/>
        </p:nvSpPr>
        <p:spPr>
          <a:xfrm>
            <a:off x="10976099" y="738941"/>
            <a:ext cx="827974" cy="320836"/>
          </a:xfrm>
          <a:prstGeom prst="rect">
            <a:avLst/>
          </a:prstGeom>
          <a:solidFill>
            <a:srgbClr val="2739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kumimoji="1" lang="zh-TW" altLang="en-US" sz="1400" dirty="0">
                <a:latin typeface="Yuanti TC" panose="02010600040101010101" pitchFamily="2" charset="-120"/>
                <a:ea typeface="Yuanti TC" panose="02010600040101010101" pitchFamily="2" charset="-120"/>
              </a:rPr>
              <a:t>系統管理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3547EA2-E587-6018-25A4-1EBF3F90A92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0048" r="21523" b="17909"/>
          <a:stretch>
            <a:fillRect/>
          </a:stretch>
        </p:blipFill>
        <p:spPr>
          <a:xfrm>
            <a:off x="416814" y="6392474"/>
            <a:ext cx="1990060" cy="50140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92572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</TotalTime>
  <Words>18</Words>
  <Application>Microsoft Macintosh PowerPoint</Application>
  <PresentationFormat>寬螢幕</PresentationFormat>
  <Paragraphs>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Yuanti TC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Joey Hung 洪振洲</dc:creator>
  <cp:lastModifiedBy>Joey Hung 洪振洲</cp:lastModifiedBy>
  <cp:revision>3</cp:revision>
  <dcterms:created xsi:type="dcterms:W3CDTF">2026-09-15T14:56:03Z</dcterms:created>
  <dcterms:modified xsi:type="dcterms:W3CDTF">2026-09-16T03:12:33Z</dcterms:modified>
</cp:coreProperties>
</file>